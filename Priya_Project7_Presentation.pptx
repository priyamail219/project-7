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23960" y="685800"/>
            <a:ext cx="2468880" cy="2468880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2971800"/>
            <a:ext cx="1325880" cy="1325880"/>
          </a:xfrm>
          <a:prstGeom prst="ellipse">
            <a:avLst/>
          </a:prstGeom>
          <a:solidFill>
            <a:srgbClr val="EEB4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3749039"/>
            <a:ext cx="1005840" cy="1005840"/>
          </a:xfrm>
          <a:prstGeom prst="ellipse">
            <a:avLst/>
          </a:prstGeom>
          <a:solidFill>
            <a:srgbClr val="465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13232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1">
                <a:solidFill>
                  <a:srgbClr val="EEB459"/>
                </a:solidFill>
                <a:latin typeface="Aptos"/>
              </a:defRPr>
            </a:pPr>
            <a:r>
              <a:t>PROJECT 07  | 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498079" cy="15087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DISASTER TWEET</a:t>
            </a:r>
            <a:br/>
            <a: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6766560" cy="7315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000" b="0">
                <a:solidFill>
                  <a:srgbClr val="D8E3EE"/>
                </a:solidFill>
                <a:latin typeface="Aptos"/>
              </a:defRPr>
            </a:pPr>
            <a:r>
              <a:t>Using NLP and Machine Learning to identify tweets that may describe real disasters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120640"/>
            <a:ext cx="6217920" cy="4114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Aptos"/>
              </a:defRPr>
            </a:pPr>
            <a:r>
              <a:t>Presented by: Priya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6858000" cy="32004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0">
                <a:solidFill>
                  <a:srgbClr val="B0C1D2"/>
                </a:solidFill>
                <a:latin typeface="Aptos"/>
              </a:defRPr>
            </a:pPr>
            <a:r>
              <a:t>Course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Background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01 • 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Social media can share urgent information during floods, fires, earthquakes, and other emergencies.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Not every tweet containing a disaster-related word describes a real event.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task is to classify tweet text as disaster-related or non-disaster-related.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model can support monitoring, but it should not replace official verification.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02 • GOALS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Build a binary text-classification model: 1 = disaster-related, 0 = non-disaster.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Explore the dataset structure, labels, missing values, and frequent terms.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Prepare tweet text and convert it into numerical features for machine learning.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Compare models with cross-validation and evaluate on held-out test data.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6519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9204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Package the selected pipeline for a simple user-facing web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Dataset &amp;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03 • DATA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assignment PDF describes a dataset of 10,000 hand-classified tweets.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CSV was not included with the assignment PDF, so the official linked dataset must be supplied before running the notebook.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notebook checks the dataset shape, expected text/label columns, missing values, duplicate records, and class distribution.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Bar charts and frequent-term tables help reveal imbalance and language patterns.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698480" cy="640080"/>
          </a:xfrm>
          <a:prstGeom prst="roundRect">
            <a:avLst/>
          </a:prstGeom>
          <a:solidFill>
            <a:srgbClr val="E2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10149840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1">
                <a:solidFill>
                  <a:srgbClr val="18233A"/>
                </a:solidFill>
                <a:latin typeface="Aptos"/>
              </a:defRPr>
            </a:pPr>
            <a:r>
              <a:t>Important: metrics should be reported only after running the notebook on the official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Text Preparation &amp;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04 • METHOD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Clean text by normalizing case, removing URLs and user mentions, and simplifying punctuation.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Split the data into training and testing sets using stratification to preserve class proportions.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Use TF-IDF to convert words and short phrases into weighted numerical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Compare word unigrams and bigrams; explore tweet length and word count during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Model Training &amp;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05 • MACHINE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Logistic Regression — a strong, interpretable baseline for sparse text features.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Linear Support Vector Machine — effective for high-dimensional text classification.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Multinomial Naive Bayes — a fast probabilistic baseline for word-frequency features.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Use five-fold stratified cross-validation and tune selected hyperparameters on training data only.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Evaluation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06 • METRICS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Accuracy: overall proportion of correct predictions.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Precision: among tweets predicted as disaster-related, how many are correct.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Recall: among actual disaster-related tweets, how many are detected.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F1-score: balance between precision and recall.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496519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89204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Confusion matrix, ROC curve, precision–recall curve, and error examples help explain model behavior.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698480" cy="640080"/>
          </a:xfrm>
          <a:prstGeom prst="roundRect">
            <a:avLst/>
          </a:prstGeom>
          <a:solidFill>
            <a:srgbClr val="E2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577840"/>
            <a:ext cx="10149840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1">
                <a:solidFill>
                  <a:srgbClr val="18233A"/>
                </a:solidFill>
                <a:latin typeface="Aptos"/>
              </a:defRPr>
            </a:pPr>
            <a:r>
              <a:t>Add the actual test-set scores from the notebook after you run it; do not guess or copy example 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Web Interface &amp; Deployment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07 • PROTOTYPE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Save the fitted preprocessing-and-classification pipeline as a model file.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Use Streamlit to create a small interface where a user pastes a tweet.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Display the predicted class and, when available, an estimated class probability.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For public hosting, install dependencies, include the trained model file, and deploy to a suitable server or cloud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Limitations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08 • REFLECTION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Sarcasm, slang, spelling variations, and missing context can confuse the classifier.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Performance depends on the dataset's quality, balance, language, and representativeness.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False positives may create unnecessary alerts; false negatives may miss important reports.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Treat the output as a decision-support signal and verify with reliable sources and human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2700" b="1">
                <a:solidFill>
                  <a:srgbClr val="18233A"/>
                </a:solidFill>
                <a:latin typeface="Aptos"/>
              </a:defRPr>
            </a:pPr>
            <a:r>
              <a:t>Conclusion &amp; 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961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209791"/>
                </a:solidFill>
                <a:latin typeface="Aptos"/>
              </a:defRPr>
            </a:pPr>
            <a:r>
              <a:t>09 • SUMMARY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149047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41732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The workflow covers data preparation, feature extraction, model comparison, evaluation, and a deployment prototype.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235915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28600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Future work can include newer data, multilingual tweets, better handling of context, and careful monitoring for model drift.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322783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15468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Error analysis can guide improvements and reveal which tweet patterns are difficult to classify.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4096512"/>
            <a:ext cx="201168" cy="201168"/>
          </a:xfrm>
          <a:prstGeom prst="ellipse">
            <a:avLst/>
          </a:prstGeom>
          <a:solidFill>
            <a:srgbClr val="209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023360"/>
            <a:ext cx="10149840" cy="59436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900" b="0">
                <a:solidFill>
                  <a:srgbClr val="2A3444"/>
                </a:solidFill>
                <a:latin typeface="Aptos"/>
              </a:defRPr>
            </a:pPr>
            <a:r>
              <a:t>A reliable system should prioritize transparent evaluation and human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440680"/>
            <a:ext cx="10698480" cy="640080"/>
          </a:xfrm>
          <a:prstGeom prst="roundRect">
            <a:avLst/>
          </a:prstGeom>
          <a:solidFill>
            <a:srgbClr val="E2E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577840"/>
            <a:ext cx="10149840" cy="347472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300" b="1">
                <a:solidFill>
                  <a:srgbClr val="18233A"/>
                </a:solidFill>
                <a:latin typeface="Aptos"/>
              </a:defRPr>
            </a:pPr>
            <a:r>
              <a:t>Thank you • Questions?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9144000" cy="18288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900" b="1">
                <a:solidFill>
                  <a:srgbClr val="626E7E"/>
                </a:solidFill>
                <a:latin typeface="Aptos"/>
              </a:defRPr>
            </a:pPr>
            <a:r>
              <a:t>PRIYA  •  NLP PROJECT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 lIns="36576" rIns="36576" tIns="27432" bIns="27432">
            <a:spAutoFit/>
          </a:bodyPr>
          <a:lstStyle/>
          <a:p>
            <a:pPr>
              <a:defRPr sz="1000" b="1">
                <a:solidFill>
                  <a:srgbClr val="626E7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